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  <p:sldMasterId id="2147483662" r:id="rId3"/>
  </p:sldMasterIdLst>
  <p:notesMasterIdLst>
    <p:notesMasterId r:id="rId11"/>
  </p:notesMasterIdLst>
  <p:sldIdLst>
    <p:sldId id="267" r:id="rId4"/>
    <p:sldId id="396" r:id="rId5"/>
    <p:sldId id="2141411986" r:id="rId6"/>
    <p:sldId id="2141411992" r:id="rId7"/>
    <p:sldId id="2141411993" r:id="rId8"/>
    <p:sldId id="38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3A0B66-FBD5-416E-88CA-E6DEB9FD5DC8}">
          <p14:sldIdLst>
            <p14:sldId id="267"/>
            <p14:sldId id="396"/>
            <p14:sldId id="2141411986"/>
            <p14:sldId id="2141411992"/>
            <p14:sldId id="2141411993"/>
            <p14:sldId id="387"/>
            <p14:sldId id="266"/>
          </p14:sldIdLst>
        </p14:section>
        <p14:section name="ANEXOS" id="{EF204A56-E316-427D-B644-543C01AB769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553A"/>
    <a:srgbClr val="2554C7"/>
    <a:srgbClr val="E7E2BC"/>
    <a:srgbClr val="FC1A1C"/>
    <a:srgbClr val="FDE9EA"/>
    <a:srgbClr val="2C7DCD"/>
    <a:srgbClr val="CD233F"/>
    <a:srgbClr val="4CC417"/>
    <a:srgbClr val="1F78B4"/>
    <a:srgbClr val="254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559-6017-4EA7-9FB2-EFF1484BA4AA}" type="datetimeFigureOut">
              <a:rPr lang="es-UY" smtClean="0"/>
              <a:t>13/8/2026</a:t>
            </a:fld>
            <a:endParaRPr lang="es-U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7182F-22FC-424F-B759-A41D363754BB}" type="slidenum">
              <a:rPr lang="es-UY" smtClean="0"/>
              <a:t>‹#›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73284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hyperlink" Target="mailto:jose.valles@ambiente.gub.uy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B9B22-45D9-48C3-A59B-3867F7A41B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786" y="340820"/>
            <a:ext cx="6518017" cy="2088487"/>
          </a:xfrm>
        </p:spPr>
        <p:txBody>
          <a:bodyPr anchor="ctr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F9405-05F0-478F-8F3B-336087EC7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787" y="2828953"/>
            <a:ext cx="6518017" cy="14770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Sora" pitchFamily="2" charset="0"/>
                <a:cs typeface="Sor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598C5DD-DD18-486B-B578-EDA13E9061CD}"/>
              </a:ext>
            </a:extLst>
          </p:cNvPr>
          <p:cNvCxnSpPr>
            <a:cxnSpLocks/>
          </p:cNvCxnSpPr>
          <p:nvPr userDrawn="1"/>
        </p:nvCxnSpPr>
        <p:spPr>
          <a:xfrm>
            <a:off x="667786" y="2651760"/>
            <a:ext cx="651801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74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3F3BD-9ECC-4C1C-89A7-2704CAA2B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 anchor="b">
            <a:normAutofit/>
          </a:bodyPr>
          <a:lstStyle>
            <a:lvl1pPr algn="ctr">
              <a:defRPr sz="4800" spc="-100" baseline="0">
                <a:solidFill>
                  <a:srgbClr val="1D4997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80718C-F3F2-4057-AD8A-30043D7C5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07489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AF6413C8-AA9C-4FEC-A84A-166267A9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1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FAFB6-0C2E-4411-844F-D0AF74FE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3B85B-C42F-478F-8867-6ED9EEE0C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74F41786-93D3-4829-B9FC-A6DA86FE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E0238-75BD-4E85-B0F9-86417F42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50018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9388E9-F398-4A31-AA37-57B1AA484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4777"/>
            <a:ext cx="10515600" cy="502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6AE749-9094-454A-AE8E-3FCAC884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5112" y="6242863"/>
            <a:ext cx="2658687" cy="324194"/>
          </a:xfrm>
          <a:prstGeom prst="rect">
            <a:avLst/>
          </a:prstGeo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3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84363-3DB5-4CEF-97F0-A5CC127B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D60FF-BFE0-4BC9-99F9-B21D5F1C9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3509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A60C3-7277-415A-AC24-F5F204387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3509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CA582FBA-5DAE-4496-B32C-ADB1F665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F6F74-A0C0-41E5-A154-AAFE5B97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65AF6E-EA9A-4900-A2D4-58EB19F1B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CEEE93-6515-4982-ACF8-498B67B18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4708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B7A0C0-BBD7-483A-B948-3A5DCE630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3AAF6F-B89F-40B6-B6D1-1AEA7D433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4708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BACF141D-6BF3-4D64-BBCF-1923BCDF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2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82A8A-E86F-4A3A-A693-F21EA764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BAE417D8-E3A2-4112-8862-4550F9E4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165162BE-3E14-465A-9878-6E4A2C95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6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F617B-7692-4DF3-AEB1-203FB63C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DA75B6-73F9-4711-A511-B0E906205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209C37-76C9-4E40-9084-840D66627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BF43C2AD-871E-4BC3-B62F-FA88142F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5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DE908-CE10-4C9B-A55A-05946403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DF562C9-D904-4BB4-8DD9-ACAB075D1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452AA3-1594-4047-9295-45DA1E4A3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7B259D69-ED55-46FA-A829-12C04BB6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1616" y="6242863"/>
            <a:ext cx="2658687" cy="324194"/>
          </a:xfr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3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70C9C1-E327-42AB-896A-F77476705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B1BE53-0E39-46F4-8136-125AF243C0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0120A5-1F04-BDD6-1153-B35E038BDD40}"/>
              </a:ext>
            </a:extLst>
          </p:cNvPr>
          <p:cNvSpPr/>
          <p:nvPr userDrawn="1"/>
        </p:nvSpPr>
        <p:spPr>
          <a:xfrm>
            <a:off x="603849" y="5218981"/>
            <a:ext cx="2467155" cy="1348076"/>
          </a:xfrm>
          <a:prstGeom prst="rect">
            <a:avLst/>
          </a:prstGeom>
          <a:solidFill>
            <a:srgbClr val="1044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8BD07F4A-0482-7A2E-68B2-CE2C90DB93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76677"/>
            <a:ext cx="3276861" cy="1873346"/>
          </a:xfrm>
          <a:prstGeom prst="rect">
            <a:avLst/>
          </a:prstGeom>
        </p:spPr>
      </p:pic>
      <p:sp>
        <p:nvSpPr>
          <p:cNvPr id="5" name="CuadroTexto 1">
            <a:extLst>
              <a:ext uri="{FF2B5EF4-FFF2-40B4-BE49-F238E27FC236}">
                <a16:creationId xmlns:a16="http://schemas.microsoft.com/office/drawing/2014/main" id="{801FE52C-01BA-5E96-D759-31AC1AA52E2E}"/>
              </a:ext>
            </a:extLst>
          </p:cNvPr>
          <p:cNvSpPr txBox="1"/>
          <p:nvPr userDrawn="1"/>
        </p:nvSpPr>
        <p:spPr>
          <a:xfrm>
            <a:off x="699873" y="3020046"/>
            <a:ext cx="49888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b="1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Sala de Situación y Pronóstico</a:t>
            </a:r>
            <a:r>
              <a:rPr lang="es-UY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  </a:t>
            </a:r>
          </a:p>
          <a:p>
            <a:r>
              <a:rPr lang="es-UY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Dinagua – Ministerio de Ambiente</a:t>
            </a:r>
          </a:p>
          <a:p>
            <a:r>
              <a:rPr lang="es-UY">
                <a:solidFill>
                  <a:schemeClr val="bg1"/>
                </a:solidFill>
                <a:latin typeface="Sora" pitchFamily="2" charset="0"/>
                <a:cs typeface="Sora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dinagua.salasituacion@ambiente.gub.uy</a:t>
            </a:r>
            <a:r>
              <a:rPr lang="es-UY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 </a:t>
            </a:r>
            <a:endParaRPr lang="en-US">
              <a:solidFill>
                <a:schemeClr val="bg1"/>
              </a:solidFill>
              <a:latin typeface="Sora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068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D60FF-BFE0-4BC9-99F9-B21D5F1C9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833" y="776378"/>
            <a:ext cx="5888967" cy="546052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A60C3-7277-415A-AC24-F5F204387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776376"/>
            <a:ext cx="5888967" cy="5460519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66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FF0012A-ECAA-444B-B0D2-2036EBEB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C96726-6EA7-498B-B73A-75008C4F87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EFDDCC-C30E-8258-BB3A-237ACC2447E1}"/>
              </a:ext>
            </a:extLst>
          </p:cNvPr>
          <p:cNvSpPr/>
          <p:nvPr userDrawn="1"/>
        </p:nvSpPr>
        <p:spPr>
          <a:xfrm>
            <a:off x="543464" y="5357004"/>
            <a:ext cx="2536166" cy="1135871"/>
          </a:xfrm>
          <a:prstGeom prst="rect">
            <a:avLst/>
          </a:prstGeom>
          <a:solidFill>
            <a:srgbClr val="10449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F0B870E3-2292-D200-BE50-2E2DACC7BE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8055"/>
            <a:ext cx="3276861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DCDC92E-919F-4CCB-AB73-FF88DB97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C8FC0-449A-44C2-8F1C-E0A1D26CE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5555"/>
            <a:ext cx="10515600" cy="4773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A8BD5EB-4E55-47B6-A9BF-B4ACE9D683E3}"/>
              </a:ext>
            </a:extLst>
          </p:cNvPr>
          <p:cNvCxnSpPr/>
          <p:nvPr userDrawn="1"/>
        </p:nvCxnSpPr>
        <p:spPr>
          <a:xfrm>
            <a:off x="829574" y="6006665"/>
            <a:ext cx="10515600" cy="0"/>
          </a:xfrm>
          <a:prstGeom prst="line">
            <a:avLst/>
          </a:prstGeom>
          <a:ln w="28575">
            <a:solidFill>
              <a:srgbClr val="254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1D434C3A-1679-4CE4-A528-FED8CDF47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769929" y="6242863"/>
            <a:ext cx="2658687" cy="324194"/>
          </a:xfrm>
          <a:prstGeom prst="rect">
            <a:avLst/>
          </a:prstGeom>
        </p:spPr>
        <p:txBody>
          <a:bodyPr/>
          <a:lstStyle>
            <a:lvl1pPr algn="r">
              <a:defRPr sz="1100" b="1"/>
            </a:lvl1pPr>
          </a:lstStyle>
          <a:p>
            <a:endParaRPr lang="en-US"/>
          </a:p>
        </p:txBody>
      </p:sp>
      <p:pic>
        <p:nvPicPr>
          <p:cNvPr id="5" name="Picture 4" descr="A logo with a sun and a blue and yellow shield&#10;&#10;AI-generated content may be incorrect.">
            <a:extLst>
              <a:ext uri="{FF2B5EF4-FFF2-40B4-BE49-F238E27FC236}">
                <a16:creationId xmlns:a16="http://schemas.microsoft.com/office/drawing/2014/main" id="{61F284C7-32BE-EEE8-F367-9705CAB7840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14393" r="4353" b="11930"/>
          <a:stretch/>
        </p:blipFill>
        <p:spPr>
          <a:xfrm>
            <a:off x="763384" y="6052150"/>
            <a:ext cx="1505412" cy="75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5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25418E"/>
          </a:solidFill>
          <a:latin typeface="Sora ExtraBold" pitchFamily="2" charset="0"/>
          <a:ea typeface="Open Sans ExtraBold" panose="020B0906030804020204" pitchFamily="34" charset="0"/>
          <a:cs typeface="Sora Extra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Sora" pitchFamily="2" charset="0"/>
          <a:ea typeface="+mn-ea"/>
          <a:cs typeface="Sora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ra" pitchFamily="2" charset="0"/>
          <a:ea typeface="+mn-ea"/>
          <a:cs typeface="Sora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ra" pitchFamily="2" charset="0"/>
          <a:ea typeface="+mn-ea"/>
          <a:cs typeface="Sora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ra" pitchFamily="2" charset="0"/>
          <a:ea typeface="+mn-ea"/>
          <a:cs typeface="Sora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ra" pitchFamily="2" charset="0"/>
          <a:ea typeface="+mn-ea"/>
          <a:cs typeface="Sora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EAF2F5-5825-4F49-B706-FF5318ADF0AA}"/>
              </a:ext>
            </a:extLst>
          </p:cNvPr>
          <p:cNvSpPr/>
          <p:nvPr userDrawn="1"/>
        </p:nvSpPr>
        <p:spPr>
          <a:xfrm>
            <a:off x="0" y="6290613"/>
            <a:ext cx="12192000" cy="5715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C8FC0-449A-44C2-8F1C-E0A1D26CE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407" y="773272"/>
            <a:ext cx="11878573" cy="545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5" name="Picture 4" descr="A logo with a sun and a blue and yellow shield&#10;&#10;AI-generated content may be incorrect.">
            <a:extLst>
              <a:ext uri="{FF2B5EF4-FFF2-40B4-BE49-F238E27FC236}">
                <a16:creationId xmlns:a16="http://schemas.microsoft.com/office/drawing/2014/main" id="{61F284C7-32BE-EEE8-F367-9705CAB784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14393" r="4353" b="11930"/>
          <a:stretch/>
        </p:blipFill>
        <p:spPr>
          <a:xfrm>
            <a:off x="198407" y="6304610"/>
            <a:ext cx="1099864" cy="5533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3F0774-B876-DB30-E60C-F7F44BCB12A0}"/>
              </a:ext>
            </a:extLst>
          </p:cNvPr>
          <p:cNvSpPr/>
          <p:nvPr userDrawn="1"/>
        </p:nvSpPr>
        <p:spPr>
          <a:xfrm>
            <a:off x="0" y="-596"/>
            <a:ext cx="12192000" cy="711526"/>
          </a:xfrm>
          <a:prstGeom prst="rect">
            <a:avLst/>
          </a:prstGeom>
          <a:solidFill>
            <a:srgbClr val="1044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8EDC4-8ADD-BDF9-E22B-29EE15811682}"/>
              </a:ext>
            </a:extLst>
          </p:cNvPr>
          <p:cNvSpPr txBox="1"/>
          <p:nvPr userDrawn="1"/>
        </p:nvSpPr>
        <p:spPr>
          <a:xfrm>
            <a:off x="1380226" y="6444581"/>
            <a:ext cx="10696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i="1" dirty="0">
                <a:solidFill>
                  <a:schemeClr val="bg2">
                    <a:lumMod val="50000"/>
                  </a:schemeClr>
                </a:solidFill>
                <a:latin typeface="Arial Nova" panose="020B0504020202020204" pitchFamily="34" charset="0"/>
              </a:rPr>
              <a:t>Información elaborada por la Dirección Nacional de Aguas, único de carácter oficial en la República Oriental del Uruguay (Articulo 462° de la Ley 20.446) </a:t>
            </a:r>
            <a:endParaRPr lang="es-UY" sz="1100" i="1" dirty="0">
              <a:solidFill>
                <a:schemeClr val="bg2">
                  <a:lumMod val="50000"/>
                </a:schemeClr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67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Arial Nova" panose="020B0504020202020204" pitchFamily="34" charset="0"/>
          <a:ea typeface="Open Sans ExtraBold" panose="020B0906030804020204" pitchFamily="34" charset="0"/>
          <a:cs typeface="Sora ExtraBold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Sora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9B225-E688-4326-99DA-108BAAD17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786" y="1764792"/>
            <a:ext cx="8549366" cy="664515"/>
          </a:xfrm>
        </p:spPr>
        <p:txBody>
          <a:bodyPr anchor="b">
            <a:normAutofit/>
          </a:bodyPr>
          <a:lstStyle/>
          <a:p>
            <a:r>
              <a:rPr lang="es-ES"/>
              <a:t>Condiciones hidrológicas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DC6F6-18CC-420B-AC05-96FBFC202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787" y="2828953"/>
            <a:ext cx="7735549" cy="1044307"/>
          </a:xfrm>
        </p:spPr>
        <p:txBody>
          <a:bodyPr/>
          <a:lstStyle/>
          <a:p>
            <a:r>
              <a:rPr lang="es-UY" sz="1800" b="1" dirty="0"/>
              <a:t>División Servicio Hidrológico</a:t>
            </a:r>
          </a:p>
          <a:p>
            <a:r>
              <a:rPr lang="es-UY" sz="1800" b="1" dirty="0"/>
              <a:t>Dirección Nacional de Aguas </a:t>
            </a:r>
            <a:r>
              <a:rPr lang="en-US" sz="1800" b="1" dirty="0"/>
              <a:t>(Dinagua)</a:t>
            </a:r>
          </a:p>
        </p:txBody>
      </p:sp>
    </p:spTree>
    <p:extLst>
      <p:ext uri="{BB962C8B-B14F-4D97-AF65-F5344CB8AC3E}">
        <p14:creationId xmlns:p14="http://schemas.microsoft.com/office/powerpoint/2010/main" val="2577664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BDD9-8FC9-2531-E2F8-38BFF01F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62EB-1E57-EBA4-109D-05323389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22" y="1736726"/>
            <a:ext cx="3679902" cy="2523040"/>
          </a:xfrm>
        </p:spPr>
        <p:txBody>
          <a:bodyPr>
            <a:normAutofit/>
          </a:bodyPr>
          <a:lstStyle/>
          <a:p>
            <a:r>
              <a:rPr lang="es-UY" dirty="0"/>
              <a:t>Lluvia registrada </a:t>
            </a:r>
            <a:br>
              <a:rPr lang="es-UY" dirty="0"/>
            </a:br>
            <a:r>
              <a:rPr lang="es-UY" sz="1800" dirty="0"/>
              <a:t>Periodo: </a:t>
            </a:r>
            <a:br>
              <a:rPr lang="es-UY" sz="1800" dirty="0"/>
            </a:br>
            <a:r>
              <a:rPr lang="es-UY" sz="1800" dirty="0"/>
              <a:t>07:00 31.07.2026 hasta 07:00 05.08.2026</a:t>
            </a:r>
            <a:endParaRPr lang="es-U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51EF0A-CDA5-6257-3DAC-4159306A0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7950" y="-9144"/>
            <a:ext cx="7644050" cy="68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6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CE27-C8A9-43CF-0784-D6E39BCB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63A7-454A-81A4-5891-6D493828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839" y="2797524"/>
            <a:ext cx="3678047" cy="1262952"/>
          </a:xfrm>
        </p:spPr>
        <p:txBody>
          <a:bodyPr>
            <a:normAutofit/>
          </a:bodyPr>
          <a:lstStyle/>
          <a:p>
            <a:r>
              <a:rPr lang="es-UY"/>
              <a:t>Anomalía de Humedad de suelo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4FF3EBB-DF10-D871-EB19-FD8B5E19D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9700" y="0"/>
            <a:ext cx="7642300" cy="686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5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2938-1A54-C8BC-1DBE-636823C7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598BEB-847F-6167-C7ED-29EF8FCD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629" y="53081"/>
            <a:ext cx="10515600" cy="624090"/>
          </a:xfrm>
        </p:spPr>
        <p:txBody>
          <a:bodyPr/>
          <a:lstStyle/>
          <a:p>
            <a:r>
              <a:rPr lang="es-UY" dirty="0"/>
              <a:t>Registro niveles estaciones hidrométricas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FE16B0-3000-0CF0-8F9B-8043EA855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437" y="609676"/>
            <a:ext cx="738998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5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6187-CC6E-21CD-9CCE-5500954D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Pronóstico Hidrológico – Río Yí en Durazno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44537-27A1-66C1-1A92-457DE4CF1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317205"/>
            <a:ext cx="10515600" cy="43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07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B77062A2-DEAE-A6F7-D596-45CDC493F9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175" y="855708"/>
            <a:ext cx="5889625" cy="530215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0DFAF7-B1B0-17C5-C31F-0CBD5A7F6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776376"/>
            <a:ext cx="6071846" cy="5460519"/>
          </a:xfrm>
        </p:spPr>
        <p:txBody>
          <a:bodyPr wrap="square" lIns="91440" tIns="0" rIns="91440" bIns="0" anchor="ctr"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bg1"/>
                </a:solidFill>
                <a:highlight>
                  <a:srgbClr val="008000"/>
                </a:highlight>
              </a:rPr>
              <a:t>Vigilancia</a:t>
            </a:r>
            <a:endParaRPr lang="es-UY" sz="1500" b="1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Se espera que el río aumente su nivel en las próximas horas aunque se mantendría por debajo de la cota de aviso (6.05 m) entre el 28 y 29 octubre 2025. </a:t>
            </a:r>
            <a:r>
              <a:rPr lang="es-ES" sz="1500" dirty="0">
                <a:solidFill>
                  <a:schemeClr val="tx1"/>
                </a:solidFill>
              </a:rPr>
              <a:t>La posibilidad de afectación a vivienda (cota seguridad 8.20 m) es baja. 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Atención</a:t>
            </a:r>
            <a:endParaRPr lang="es-UY" sz="1500" b="1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Debido a las lluvias registradas, es esperable incrementos de nivel en los ríos y arroyos que aportan al río Uruguay (Río Queguay) en los departamentos de Paysandú y Río Negro. No se descarta algún impacto puntual en dichos departamentos, como por ejemplo: corte de rutas o anegamiento. 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ES" sz="1500" b="1" dirty="0">
                <a:solidFill>
                  <a:schemeClr val="bg1"/>
                </a:solidFill>
                <a:highlight>
                  <a:srgbClr val="FFC000"/>
                </a:highlight>
              </a:rPr>
              <a:t>Preparación</a:t>
            </a:r>
            <a:endParaRPr lang="es-ES" sz="1500" b="1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ES" sz="1500" dirty="0">
                <a:solidFill>
                  <a:schemeClr val="tx1"/>
                </a:solidFill>
              </a:rPr>
              <a:t>Se recomienda vigilancia a las condiciones meteorológicas y niveles aguas arriba. En el caso de cambio de situación se actualizará el pronóstico</a:t>
            </a:r>
            <a:endParaRPr lang="es-UY" sz="1500" noProof="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  <a:buNone/>
            </a:pPr>
            <a:r>
              <a:rPr lang="es-UY" sz="1500" b="1" dirty="0">
                <a:solidFill>
                  <a:schemeClr val="bg1"/>
                </a:solidFill>
                <a:highlight>
                  <a:srgbClr val="FF0000"/>
                </a:highlight>
              </a:rPr>
              <a:t>Tomar acción: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25418E"/>
              </a:buClr>
              <a:buSzPct val="200000"/>
            </a:pPr>
            <a:r>
              <a:rPr lang="es-UY" sz="1500" dirty="0">
                <a:solidFill>
                  <a:schemeClr val="tx1"/>
                </a:solidFill>
              </a:rPr>
              <a:t>Incrementos de nivel en los ríos Cuareim, Santa Lucia, Rosario, Daymán, Arapey, San José y afluentes al tramo inferior del río Negro. Se recomienda vigilancia en los niveles de agua aunque no se espera afectaciones generalizadas por inundaciones.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739A5B-51D3-512D-3806-36AAFD1431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407" y="69021"/>
            <a:ext cx="11879262" cy="4127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s-UY" dirty="0"/>
              <a:t>Advertencia hidrológica por Inundaciones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9160D-938E-E970-8AE4-231322607C6A}"/>
              </a:ext>
            </a:extLst>
          </p:cNvPr>
          <p:cNvSpPr txBox="1"/>
          <p:nvPr/>
        </p:nvSpPr>
        <p:spPr>
          <a:xfrm>
            <a:off x="198407" y="438523"/>
            <a:ext cx="118785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Fecha emisión: jueves, 21 mayo 2026 – Próxima actualización: viernes, 22 de mayo de 2026</a:t>
            </a:r>
            <a:endParaRPr kumimoji="0" lang="es-UY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69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76985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00F5B2AD-042E-45D0-A235-7337674A6A6D}" vid="{6BA8245A-E70C-4FBA-A163-DFD515588C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00F5B2AD-042E-45D0-A235-7337674A6A6D}" vid="{0B596D0D-A992-4EDF-9517-E5412AD51D1A}"/>
    </a:ext>
  </a:extLst>
</a:theme>
</file>

<file path=ppt/theme/theme3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00F5B2AD-042E-45D0-A235-7337674A6A6D}" vid="{0B596D0D-A992-4EDF-9517-E5412AD51D1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239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Nova</vt:lpstr>
      <vt:lpstr>Calibri</vt:lpstr>
      <vt:lpstr>Open Sans</vt:lpstr>
      <vt:lpstr>Open Sans SemiBold</vt:lpstr>
      <vt:lpstr>Sora</vt:lpstr>
      <vt:lpstr>Sora ExtraBold</vt:lpstr>
      <vt:lpstr>Diseño personalizado</vt:lpstr>
      <vt:lpstr>Tema de Office</vt:lpstr>
      <vt:lpstr>1_Tema de Office</vt:lpstr>
      <vt:lpstr>Condiciones hidrológicas</vt:lpstr>
      <vt:lpstr>Lluvia registrada  Periodo:  07:00 31.07.2026 hasta 07:00 05.08.2026</vt:lpstr>
      <vt:lpstr>Anomalía de Humedad de suelo</vt:lpstr>
      <vt:lpstr>Registro niveles estaciones hidrométricas</vt:lpstr>
      <vt:lpstr>Pronóstico Hidrológico – Río Yí en Durazno</vt:lpstr>
      <vt:lpstr>Advertencia hidrológica por Inundaciones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ppt Presidencia</dc:title>
  <dc:creator>Cyro</dc:creator>
  <cp:lastModifiedBy>Jose Valles</cp:lastModifiedBy>
  <cp:revision>4</cp:revision>
  <dcterms:created xsi:type="dcterms:W3CDTF">2020-08-26T18:42:29Z</dcterms:created>
  <dcterms:modified xsi:type="dcterms:W3CDTF">2026-08-13T14:06:39Z</dcterms:modified>
</cp:coreProperties>
</file>